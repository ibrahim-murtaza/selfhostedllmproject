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Headcount by Team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 by Team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Ops</c:v>
                </c:pt>
                <c:pt idx="1">
                  <c:v>Finance</c:v>
                </c:pt>
                <c:pt idx="2">
                  <c:v>Support</c:v>
                </c:pt>
                <c:pt idx="3">
                  <c:v>Engineering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19</c:v>
                </c:pt>
                <c:pt idx="2">
                  <c:v>33</c:v>
                </c:pt>
                <c:pt idx="3">
                  <c:v>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launch date is 14 March 2027. Internal code PPTX-OMEGA-9926.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Roadmap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Test Team - code PPTX-ALPHA-3141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mobile app</a:t>
            </a:r>
          </a:p>
          <a:p>
            <a:pPr lvl="1"/>
            <a:r>
              <a:t>Pilot with two departments</a:t>
            </a:r>
          </a:p>
          <a:p>
            <a:pPr/>
            <a:r>
              <a:t>Cut onboarding time to 5 days</a:t>
            </a:r>
          </a:p>
          <a:p>
            <a:pPr/>
            <a:r>
              <a:t>Consolidate vendor contracts</a:t>
            </a:r>
          </a:p>
          <a:p>
            <a:pPr lvl="1"/>
            <a:r>
              <a:t>Confirm the shortlist by June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5486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Size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680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Photo</a:t>
            </a:r>
          </a:p>
        </p:txBody>
      </p:sp>
      <p:pic>
        <p:nvPicPr>
          <p:cNvPr id="3" name="Picture 2" descr="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680960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budget with Finance</a:t>
            </a:r>
          </a:p>
          <a:p>
            <a:r>
              <a:t>Book the launch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